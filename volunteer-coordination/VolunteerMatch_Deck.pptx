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3840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[ Smart Resource Allocation ]  ·  Open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VolunteerMatch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7863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0CFE8"/>
                </a:solidFill>
              </a:rPr>
              <a:t>Data-Driven Volunteer Coordination
for Social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50292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Putting the right volunteer in the right place —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8404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HVS Bombay
Hackathon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8503920" cy="54864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550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BBDD"/>
                </a:solidFill>
              </a:rPr>
              <a:t>GitHub: github.com/hvsbombay/project   ·   Track: Smart Resource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The Hidden Cost of Manual Volunteer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0292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5"/>
                </a:solidFill>
              </a:rPr>
              <a:t>The Problem</a:t>
            </a:r>
          </a:p>
          <a:p>
            <a:pPr algn="l">
              <a:spcBef>
                <a:spcPts val="800"/>
              </a:spcBef>
            </a:pPr>
            <a:r>
              <a:rPr sz="800" b="0" i="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0878A"/>
                </a:solidFill>
              </a:rPr>
              <a:t>🕐  40–60%  </a:t>
            </a:r>
            <a:r>
              <a:rPr sz="1500">
                <a:solidFill>
                  <a:srgbClr val="444455"/>
                </a:solidFill>
              </a:rPr>
              <a:t>of coordinator time is spent
manually searching for volunteers</a:t>
            </a:r>
          </a:p>
          <a:p>
            <a:pPr algn="l">
              <a:spcBef>
                <a:spcPts val="800"/>
              </a:spcBef>
            </a:pPr>
            <a:r>
              <a:rPr sz="800" b="0" i="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0878A"/>
                </a:solidFill>
              </a:rPr>
              <a:t>👋  &gt;50%  </a:t>
            </a:r>
            <a:r>
              <a:rPr sz="1500">
                <a:solidFill>
                  <a:srgbClr val="444455"/>
                </a:solidFill>
              </a:rPr>
              <a:t>volunteer dropout due to skill-
schedule-location mismatches</a:t>
            </a:r>
          </a:p>
          <a:p>
            <a:pPr algn="l">
              <a:spcBef>
                <a:spcPts val="800"/>
              </a:spcBef>
            </a:pPr>
            <a:r>
              <a:rPr sz="800" b="0" i="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0878A"/>
                </a:solidFill>
              </a:rPr>
              <a:t>📊  Zero  </a:t>
            </a:r>
            <a:r>
              <a:rPr sz="1500">
                <a:solidFill>
                  <a:srgbClr val="444455"/>
                </a:solidFill>
              </a:rPr>
              <a:t>data layer to measure impact or
continuously improve matching</a:t>
            </a:r>
          </a:p>
          <a:p>
            <a:pPr algn="l">
              <a:spcBef>
                <a:spcPts val="800"/>
              </a:spcBef>
            </a:pPr>
            <a:r>
              <a:rPr sz="800" b="0" i="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0878A"/>
                </a:solidFill>
              </a:rPr>
              <a:t>📋  Manual  </a:t>
            </a:r>
            <a:r>
              <a:rPr sz="1500">
                <a:solidFill>
                  <a:srgbClr val="444455"/>
                </a:solidFill>
              </a:rPr>
              <a:t>spreadsheets — error-prone,
unscalable, and opaque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417320"/>
            <a:ext cx="6126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1417320"/>
            <a:ext cx="164592" cy="15087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0876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40-60%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1031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Coordinator time
wasted on manual
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3108960"/>
            <a:ext cx="6126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3108960"/>
            <a:ext cx="164592" cy="15087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20040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&gt;50%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79476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Volunteer dropout
from poor fits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4800600"/>
            <a:ext cx="6126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4800600"/>
            <a:ext cx="164592" cy="15087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8920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₹0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4864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Invested in data-
driven tracking
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5A623"/>
                </a:solidFill>
              </a:rPr>
              <a:t>Result: Talented people remain underutilised, urgent causes go unstaffed.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VolunteerMatch — A Smart Platform that Replaces Spreadsheets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One platform. Three pillars. Measurable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657600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878A"/>
                </a:solidFill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Smart
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803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Scores every volunteer–
opportunity pair on skills,
schedule &amp; location.
Only surfaces top fits.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57600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878A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Unified
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8803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Volunteers register once;
NGOs post opportunities;
assignments tracked from
pending → completed.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657600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57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878A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Impact
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803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Log hours per assignment.
Dashboard KPIs update
in real-time. Export-
ready impact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910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Stack: Python  ·  Flask  ·  SQLite  ·  Bootstrap 5  ·  Chart.js  · 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Matching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Weighted Multi-Factor Scoring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772400" cy="1828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Match Score 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8988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A623"/>
                </a:solidFill>
              </a:rPr>
              <a:t>0.50  ×  Skill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928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78A"/>
                </a:solidFill>
              </a:rPr>
              <a:t>+ 0.35  ×  Schedule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9572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AAFFCC"/>
                </a:solidFill>
              </a:rPr>
              <a:t>+ 0.15  ×  City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3657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A623"/>
                </a:solidFill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9300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Skill
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2452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Intersection of volunteer skills
and required skills ÷ required set size.
Highest weight — core fit indicator.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3375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337560"/>
            <a:ext cx="3657600" cy="914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4290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78A"/>
                </a:solidFill>
              </a:rPr>
              <a:t>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Schedule
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2452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Overlap of volunteer availability days
and opportunity schedule days.
Ensures they can actually show 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33756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337560"/>
            <a:ext cx="3657600" cy="91440"/>
          </a:xfrm>
          <a:prstGeom prst="rect">
            <a:avLst/>
          </a:prstGeom>
          <a:solidFill>
            <a:srgbClr val="22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4290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2A05B"/>
                </a:solidFill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49300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City
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24528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Binary: 1.0 if same city, 0 otherwise.
Reduces travel burden and
improves reliability.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910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Only pairings with score &gt; 40% are surfaced to coordinators.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Everything a Coordinator Needs — in One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25880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2834640" cy="914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463039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🧠  Smart Match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84248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Ranks all volunteer–opportunity
pairs instantly using weighted
scoring. One-click assign.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325880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325880"/>
            <a:ext cx="2834640" cy="914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1463039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👤  Volunteer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984248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Self-registration: skills, city,
availability days, hours/week.
Searchable &amp; filterable.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325880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325880"/>
            <a:ext cx="2834640" cy="914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463039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📋  Opportunity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984248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NGOs post needs with required
skills, schedule &amp; headcount.
Filter by city or category.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325880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325880"/>
            <a:ext cx="2834640" cy="914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463039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✅  Assignment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984248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Full lifecycle: Pending →
Confirmed → Completed /
Cancelled. Inline status update.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49039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749039"/>
            <a:ext cx="28346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38862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⏱  Impact Logger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4407407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Log hours per assignment.
Notes per session. Cumulative
hours shown on dashboard.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3749039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18688" y="3749039"/>
            <a:ext cx="28346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6" y="38862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📊  Live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6" y="4407407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KPI cards, doughnut chart by
category, recent activity table.
Zero page refresh.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749039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3749039"/>
            <a:ext cx="28346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38862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🔌  REST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4407407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5 endpoints: /api/match,
/api/assign, /api/stats,
/api/volunteers, /api/opportunities.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3749039"/>
            <a:ext cx="2834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3749039"/>
            <a:ext cx="28346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8592" y="38862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🔒  Secure by Default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4407407"/>
            <a:ext cx="26334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Env-var secret key, debug off
in production, no stack traces
exposed, XSS-safe DOM.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Full-Stack Web Application — Lightweight &amp; Deployable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11457432" cy="13258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90472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Bootstrap 5  +  Chart.js  +  Jinja2 Templates
Dashboard  ·  Volunteers  ·  Opportunities  ·  Match  ·  Assignments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07791"/>
            <a:ext cx="11457432" cy="1325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80944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Flask (Python 3.12)  —  Routes + REST API + Matching Engine
app.py  ·  5 page routes  ·  5 API endpoints  ·  Scoring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233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55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98264"/>
            <a:ext cx="11457432" cy="1325880"/>
          </a:xfrm>
          <a:prstGeom prst="rect">
            <a:avLst/>
          </a:prstGeom>
          <a:solidFill>
            <a:srgbClr val="22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970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471416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EFF"/>
                </a:solidFill>
              </a:rPr>
              <a:t>SQLite  (volunteerdb.sqlite)  +  database.py
volunteers  ·  opportunities  ·  assignments  ·  impact_logs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52160"/>
            <a:ext cx="1145743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795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📁  volunteer-coordination/  ·  app.py  ·  database.py  ·  static/  ·  templates/  ·  requirements.txt  (single dep: flask)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Dashboard &amp;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Prototype Walkthrough — 5 Core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1488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148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" y="1481328"/>
            <a:ext cx="2020824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90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192024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0487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07792"/>
            <a:ext cx="192024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1071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28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📊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285232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</a:rPr>
              <a:t>KPI cards: volunteers,
opportunities, matches,
hours. Doughnut chart +
recent activity 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417320"/>
            <a:ext cx="21488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1417320"/>
            <a:ext cx="2148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15768" y="1481328"/>
            <a:ext cx="2020824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490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👤 Volunteers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1901952"/>
            <a:ext cx="192024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240487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2907792"/>
            <a:ext cx="192024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341071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4828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👤 Volunteers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285232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</a:rPr>
              <a:t>Card grid with skills,
city, availability.
Filter by city or skill.
Register new volunteer.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417320"/>
            <a:ext cx="21488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1417320"/>
            <a:ext cx="2148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93208" y="1481328"/>
            <a:ext cx="2020824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490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📋 Opportunit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901952"/>
            <a:ext cx="192024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240487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0" y="2907792"/>
            <a:ext cx="192024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0" y="341071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828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📋 Opportunities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285232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</a:rPr>
              <a:t>Category-badged cards.
Required skills chips.
Filter by city/category.
Post new opportunity.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1417320"/>
            <a:ext cx="21488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06640" y="1417320"/>
            <a:ext cx="2148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70648" y="1481328"/>
            <a:ext cx="2020824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1490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🧠 Smart Matc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1901952"/>
            <a:ext cx="192024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8080" y="240487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80" y="2907792"/>
            <a:ext cx="192024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80" y="341071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4828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🧠 Smart 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285232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</a:rPr>
              <a:t>Pre-computed top 20
pairings. On-demand
per-volunteer API match.
One-click assign button.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1417320"/>
            <a:ext cx="21488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1417320"/>
            <a:ext cx="21488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48088" y="1481328"/>
            <a:ext cx="2020824" cy="2286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20" y="14904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✅ Assignment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901952"/>
            <a:ext cx="192024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75520" y="240487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75520" y="2907792"/>
            <a:ext cx="1920240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75520" y="3410712"/>
            <a:ext cx="1920240" cy="3474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4828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✅ Assignments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5285232"/>
            <a:ext cx="2148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55"/>
                </a:solidFill>
              </a:rPr>
              <a:t>Full table with status
dropdown, inline hour
logging, impact totals
at bottom of page.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62910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Run locally: cd volunteer-coordination &amp;&amp; pip install flask &amp;&amp; python app.py  →  http://localhost:5000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Demo Data — 12 Volunteers · 12 Opportunities · 7 Cities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3566160" cy="16459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878A"/>
                </a:solidFill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2432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Active
Volunteers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4173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417320"/>
            <a:ext cx="3566160" cy="16459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733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D2B55"/>
                </a:solidFill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62432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Open
Opportunities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41732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417320"/>
            <a:ext cx="3566160" cy="164592"/>
          </a:xfrm>
          <a:prstGeom prst="rect">
            <a:avLst/>
          </a:prstGeom>
          <a:solidFill>
            <a:srgbClr val="22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6733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2A05B"/>
                </a:solidFill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62432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Confirmed
Matches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566160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5079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017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Completed
Assignments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79476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3794760"/>
            <a:ext cx="3566160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405079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0392B"/>
                </a:solidFill>
              </a:rPr>
              <a:t>151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0017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Hours of
Impact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379476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3794760"/>
            <a:ext cx="3566160" cy="16459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405079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B2D8B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500176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55"/>
                </a:solidFill>
              </a:rPr>
              <a:t>Cities
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2910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Cities: Mumbai  ·  Delhi  ·  Bangalore  ·  Chennai  ·  Hyderabad  ·  Pune  ·  Kolkata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FE8"/>
                </a:solidFill>
              </a:rPr>
              <a:t>From MVP to Full-Scale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6597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[Smart Resource Allocation]  ·  VolunteerMatch  ·  HVS Bombay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3657600" cy="8229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MVP
(Today)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Smart matching engine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Volunteer &amp; opportunity mgmt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Assignment lifecycle tracking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Impact hour logging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Live dashboard + REST API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Secure, deployable prototype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325880"/>
            <a:ext cx="3657600" cy="8229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7160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🔜  Phase 2
(Next 3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24028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Volunteer self-service portal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Email / WhatsApp notifications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ML-based skill extraction from bio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Map view (Leaflet.js)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PDF impact report export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Multi-org / multi-admin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32588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325880"/>
            <a:ext cx="365760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37160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🚀  Phase 3
(6–12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24028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Multi-language (Hindi, Marathi, Tamil)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Mobile app (Flutter / React Native)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Predictive matching with feedback loop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NGO analytics dashboard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Donor-facing impact transparency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55"/>
                </a:solidFill>
              </a:rPr>
              <a:t>▸  National NGO network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12188952" cy="1444752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Meet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6400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606040" cy="384048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1261872"/>
            <a:ext cx="1051560" cy="10515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29844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Team Member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FE8"/>
                </a:solidFill>
              </a:rPr>
              <a:t>Role /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186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BBDD"/>
                </a:solidFill>
              </a:rPr>
              <a:t>email@example.com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143000"/>
            <a:ext cx="2606040" cy="384048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261872"/>
            <a:ext cx="1051560" cy="10515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9844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957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Team 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FE8"/>
                </a:solidFill>
              </a:rPr>
              <a:t>Role /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186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BBDD"/>
                </a:solidFill>
              </a:rPr>
              <a:t>email@example.com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2606040" cy="384048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1261872"/>
            <a:ext cx="1051560" cy="10515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129844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957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Team Member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FE8"/>
                </a:solidFill>
              </a:rPr>
              <a:t>Role /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186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BBDD"/>
                </a:solidFill>
              </a:rPr>
              <a:t>email@example.com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143000"/>
            <a:ext cx="2606040" cy="384048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12680" y="1261872"/>
            <a:ext cx="1051560" cy="105156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29844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39572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Team Member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FE8"/>
                </a:solidFill>
              </a:rPr>
              <a:t>Role /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2186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BBDD"/>
                </a:solidFill>
              </a:rPr>
              <a:t>email@example.com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A"/>
                </a:solidFill>
              </a:rPr>
              <a:t>🔗 GitHub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33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github.com/hvsbombay/project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A"/>
                </a:solidFill>
              </a:rPr>
              <a:t>🌐 Live MVP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833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Deploy → Render / Railway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A"/>
                </a:solidFill>
              </a:rPr>
              <a:t>📽 Demo 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33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Upload → YouTube / Drive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8A"/>
                </a:solidFill>
              </a:rPr>
              <a:t>📊 Project Deck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833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This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88AA"/>
                </a:solidFill>
              </a:rPr>
              <a:t>VolunteerMatch  ·  [Smart Resource Allocation]  ·  HVS Bombay Hackathon 2026  ·  Built with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