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85F4"/>
                </a:solidFill>
              </a:rPr>
              <a:t>● </a:t>
            </a:r>
            <a:r>
              <a:rPr sz="1400">
                <a:solidFill>
                  <a:srgbClr val="EA4335"/>
                </a:solidFill>
              </a:rPr>
              <a:t>● </a:t>
            </a:r>
            <a:r>
              <a:rPr sz="1400">
                <a:solidFill>
                  <a:srgbClr val="FBBC05"/>
                </a:solidFill>
              </a:rPr>
              <a:t>● </a:t>
            </a:r>
            <a:r>
              <a:rPr sz="1400">
                <a:solidFill>
                  <a:srgbClr val="34A853"/>
                </a:solidFill>
              </a:rPr>
              <a:t>● </a:t>
            </a:r>
            <a:r>
              <a:rPr sz="1400" b="1">
                <a:solidFill>
                  <a:srgbClr val="FFFFFF"/>
                </a:solidFill>
              </a:rPr>
              <a:t> Solution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VolunteerMatch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E5FF"/>
                </a:solidFill>
              </a:rPr>
              <a:t>Data-Driven Smart Volunteer Coordination for Social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944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Track: Smart Resource Allocation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8229600" cy="1920240"/>
          </a:xfrm>
          <a:prstGeom prst="rect">
            <a:avLst/>
          </a:prstGeom>
          <a:solidFill>
            <a:srgbClr val="1E3A70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8A"/>
                </a:solidFill>
              </a:rPr>
              <a:t>Team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CCE5FF"/>
                </a:solidFill>
              </a:rPr>
              <a:t>a.  Team name:         </a:t>
            </a:r>
            <a:r>
              <a:rPr sz="1000">
                <a:solidFill>
                  <a:srgbClr val="FFFFFF"/>
                </a:solidFill>
              </a:rPr>
              <a:t>HVS Bombay</a:t>
            </a:r>
          </a:p>
          <a:p/>
          <a:p>
            <a:pPr algn="l"/>
            <a:r>
              <a:rPr b="1" sz="1000">
                <a:solidFill>
                  <a:srgbClr val="CCE5FF"/>
                </a:solidFill>
              </a:rPr>
              <a:t>b.  Team leader name:  </a:t>
            </a:r>
            <a:r>
              <a:rPr sz="1000">
                <a:solidFill>
                  <a:srgbClr val="FFFFFF"/>
                </a:solidFill>
              </a:rPr>
              <a:t>Hemant Godve</a:t>
            </a:r>
          </a:p>
          <a:p/>
          <a:p>
            <a:pPr algn="l"/>
            <a:r>
              <a:rPr b="1" sz="1000">
                <a:solidFill>
                  <a:srgbClr val="CCE5FF"/>
                </a:solidFill>
              </a:rPr>
              <a:t>c.  Problem Statement: </a:t>
            </a:r>
            <a:r>
              <a:rPr sz="1000">
                <a:solidFill>
                  <a:srgbClr val="FFFFFF"/>
                </a:solidFill>
              </a:rPr>
              <a:t>Volunteer-driven NGOs lose 40–60% of coordination time to manual, skill-mismatched volunteer allocation, causing &gt;50% volunteer dropout and chronic understaffing of social causes.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Guidelines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</a:rPr>
              <a:t>•  Kindly use the given template for submitting your prototype. Make a copy of the template.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</a:rPr>
              <a:t>•  One team is only required to submit one project.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</a:rPr>
              <a:t>•  Follow this template while preparing your presentation.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</a:rPr>
              <a:t>•  You are welcome to add as many POCs and design concepts to support your project.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</a:rPr>
              <a:t>•  The idea should be feasible and the team members should be capable enough to come up with the fully functioning prototype of the same idea, if required.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</a:rPr>
              <a:t>•  In case of queries, kindly reach out to us at solutionchallenge-support@hack2skill.com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EA4335"/>
                </a:solidFill>
              </a:rPr>
              <a:t>Note: </a:t>
            </a:r>
            <a:r>
              <a:rPr sz="1000">
                <a:solidFill>
                  <a:srgbClr val="444444"/>
                </a:solidFill>
              </a:rPr>
              <a:t>Prototype must include cloud deployment and use at least one Google AI model or service (e.g., Gemini) as part of the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Brief about your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VolunteerMatch is a full-stack web application that replaces manual NGO volunteer coordination with a data-driven smart matching engine.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b="1" i="0" sz="1100">
                <a:solidFill>
                  <a:srgbClr val="1A2F5E"/>
                </a:solidFill>
              </a:rPr>
              <a:t>Core problem solved: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Volunteer-driven organisations spend 40–60% of coordinator time manually searching for the right volunteers, resulting in skill-mismatched assignments and &gt;50% volunteer dropout. VolunteerMatch eliminates this entirely.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b="1" i="0" sz="1100">
                <a:solidFill>
                  <a:srgbClr val="1A2F5E"/>
                </a:solidFill>
              </a:rPr>
              <a:t>How it works:</a:t>
            </a:r>
          </a:p>
          <a:p>
            <a:pPr algn="l">
              <a:spcBef>
                <a:spcPts val="300"/>
              </a:spcBef>
            </a:pPr>
            <a:r>
              <a:rPr b="1" i="0" sz="1100">
                <a:solidFill>
                  <a:srgbClr val="1A2F5E"/>
                </a:solidFill>
              </a:rPr>
              <a:t>The platform scores every volunteer–opportunity pair using a transparent weighted formula:</a:t>
            </a:r>
          </a:p>
          <a:p>
            <a:pPr algn="l">
              <a:spcBef>
                <a:spcPts val="300"/>
              </a:spcBef>
            </a:pPr>
            <a:r>
              <a:rPr b="0" i="1" sz="1100">
                <a:solidFill>
                  <a:srgbClr val="444444"/>
                </a:solidFill>
              </a:rPr>
              <a:t>     Score = 0.50 × skill_overlap + 0.35 × schedule_overlap + 0.15 × city_match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Only pairings with a score &gt;40% are surfaced to coordinators. One click creates an assignment; volunteers can log hours, and the live dashboard aggregates impact KPIs in real time.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b="1" i="0" sz="1100">
                <a:solidFill>
                  <a:srgbClr val="1A2F5E"/>
                </a:solidFill>
              </a:rPr>
              <a:t>Google AI integration: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The matching engine is designed to integrate with Google Gemini API for free-text skill extraction from volunteer bios, improving matching precision without requiring structured input from volunteers.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b="1" i="0" sz="1100">
                <a:solidFill>
                  <a:srgbClr val="1A2F5E"/>
                </a:solidFill>
              </a:rPr>
              <a:t>Deployment: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Built on Python Flask + SQLite + Bootstrap 5, deployable on Google Cloud Run with zero configuration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a.  How different is it from other existing ideas?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Most NGO coordination tools are generic CRMs or spreadsheets with zero algorithmic matching. VolunteerMatch introduces the first weighted, explainable scoring formula (skills 50% + schedule 35% + city 15%) that surfaces only high-confidence pairings — removing human bias and manual spreadsheet search entirely. The match score is transparent and tunable, unlike black-box recommendation engines.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b.  How will it be able to solve the problem?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By automating the discovery of the best volunteer–opportunity fit, VolunteerMatch removes the 40–60% coordinator overhead and ensures volunteers are placed in roles that match their skills and availability. Dropout rates fall because volunteers feel well-utilised. The impact logging and dashboard close the feedback loop, enabling continuous improvement.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c.  USP of the 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Transparent, explainable match score — coordinators understand why each pairing is suggested.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REST API-first design — plugs into any existing NGO tool, mobile app, or chatbot.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Zero-infra prototype — single Python file, SQLite, runs on a $0 Cloud Run free tier.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Google Gemini integration path — free-text bio → structured skills via LLM, no form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Fully open-source and NGO-cost-accessible.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List of Features Offered by the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53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🧠 Smart Match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459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Weighted formula (skills 50%, schedule 35%, city 15%). Surfaces pairings &gt;40%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8016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53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👤 Volunteer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459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Self-registration: skills, availability days, hrs/week, city, bio. Searchable &amp; filterable.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1460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87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📋 Opportunity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88036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NGOs post needs: required skills, schedule, headcount, dates, city, category.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1460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587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✅ Assignment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036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One-click assign from match panel. Status lifecycle: pending → confirmed → completed / cancelled.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4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22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⏱ Impact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11480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Log volunteer hours per assignment. Cumulative KPIs on dashboard.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74904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822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📊 Live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11480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KPI cards + doughnut chart (by category) + recent-activity table. Real-time, no page refresh.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8348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566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🔌 REST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3492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POST /api/match · POST /api/assign · GET /api/stats · GET /api/volunteers · GET /api/opportunities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983480"/>
            <a:ext cx="4114800" cy="1161288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50566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🔍 Filter &amp;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3492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Filter volunteers by city/skill; filter opportunities by city/category. Instant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Process Flow / Use-Case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1097280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NGO posts
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Required skills,
schedule, city, headcount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74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1371600"/>
            <a:ext cx="1097280" cy="12344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Volunteer
Registers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Skills, availability,
city, bio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874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371600"/>
            <a:ext cx="1097280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Match Engine
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score = 0.50×skill
+0.35×schedule +0.15×city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874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1371600"/>
            <a:ext cx="1097280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Pairings
Surfaced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Only matches
&gt;40%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1874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1371600"/>
            <a:ext cx="1097280" cy="12344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Coordinator
Assigns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One-click from
match panel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874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1371600"/>
            <a:ext cx="1097280" cy="12344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Volunteer
Logs Hours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Per-assignment
hours + note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1874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1371600"/>
            <a:ext cx="1097280" cy="12344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1691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Dashboard
Updates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FFFF"/>
                </a:solidFill>
              </a:rPr>
              <a:t>KPIs, chart, activity
feed refresh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F5E"/>
                </a:solidFill>
              </a:rPr>
              <a:t>Key Use Cases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UC-1  Coordinator registers NGO &amp; posts volunteer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UC-2  Volunteer self-registers with skills, availability &amp; 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UC-3  System runs matching engine; coordinator reviews top pairings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UC-4  Coordinator creates assignment (one-click); volunteer is notified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UC-5  Volunteer completes task &amp; logs hours; dashboard KPIs update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UC-6  NGO exports impact report (PDF — Phase 2 roadmap item)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Wireframes / Mock Diagrams of the Proposed Solution (Optional)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6459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64592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● ● 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72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F5E"/>
                </a:solidFill>
              </a:rPr>
              <a:t>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1554480" cy="127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938528"/>
            <a:ext cx="14996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KPI Cards
(Volunteers / Opps / Matches / Hours)
+  Doughnut chart by category
+  Recent-activity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84832" y="1280160"/>
            <a:ext cx="16459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84832" y="1280160"/>
            <a:ext cx="164592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● ● 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1572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F5E"/>
                </a:solidFill>
              </a:rPr>
              <a:t>Volunteer Directory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2" y="1883664"/>
            <a:ext cx="1554480" cy="127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7984" y="1938528"/>
            <a:ext cx="14996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Filterable cards grid
(Filter by city, skill)
Each card: name, city, skills pills,
availability, hours/week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95344" y="1280160"/>
            <a:ext cx="16459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95344" y="1280160"/>
            <a:ext cx="164592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5344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● ● 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344" y="1572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F5E"/>
                </a:solidFill>
              </a:rPr>
              <a:t>Opportunity 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1064" y="1883664"/>
            <a:ext cx="1554480" cy="127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1938528"/>
            <a:ext cx="14996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Filterable cards grid
(Filter by city, category)
Each card: title, org, city, skills needed,
schedule, headcount pill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05856" y="1280160"/>
            <a:ext cx="16459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05856" y="1280160"/>
            <a:ext cx="164592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05856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● ● 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5856" y="1572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F5E"/>
                </a:solidFill>
              </a:rPr>
              <a:t>Smart Match Panel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51576" y="1883664"/>
            <a:ext cx="1554480" cy="127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8" y="1938528"/>
            <a:ext cx="14996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Select volunteer → click Match
Ranked list of opportunities
with colour-coded % score bars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8" y="1280160"/>
            <a:ext cx="16459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16368" y="1280160"/>
            <a:ext cx="164592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● ● 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1572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F5E"/>
                </a:solidFill>
              </a:rPr>
              <a:t>Assignment Tracker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2088" y="1883664"/>
            <a:ext cx="1554480" cy="127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1938528"/>
            <a:ext cx="14996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Table: vol name | opp title | score | status
Log Hours form per row
Status dropdown: confirmed/completed/cancelled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Architecture Diagram of the 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8412480" cy="1417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55648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FFFF"/>
                </a:solidFill>
              </a:rPr>
              <a:t>Browser  |  Bootstrap 5 + Chart.js + Jinja2 templates
Pages: Dashboard · Volunteers · Opportunities · Smart Match · Assignments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8412480" cy="14173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FFFF"/>
                </a:solidFill>
              </a:rPr>
              <a:t>Python Flask (app.py)  |  REST API + Server-Side Routes
Matching Engine: compute_match_score()  |  Impact Logger  |  Session Manager
Google Gemini API (Phase 2: skill extraction from free-text bio)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114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8A"/>
                </a:solidFill>
              </a:rPr>
              <a:t>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8412480" cy="14173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988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64608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FFFF"/>
                </a:solidFill>
              </a:rPr>
              <a:t>SQLite (volunteerdb.sqlite)  |  Tables: volunteers · opportunities · assignments · impact_logs
database.py: init_db() · seed_demo_data() · get_db()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69280"/>
            <a:ext cx="8412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F5E"/>
                </a:solidFill>
              </a:rPr>
              <a:t>☁  Deployment Target: Google Cloud Run (container) / App Engine  |  CI/CD: GitHub Actions  |  Monitoring: Cloud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Technologies to be Used in the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411480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441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Core language — clean, readable, widely supported on Google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Flask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328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Lightweight web framework; REST API + SSR in ~340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4553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Embedded relational DB; zero-config, swappable to Cloud SQL for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280160"/>
            <a:ext cx="411480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3441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6916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Bootstrap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2024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Responsive UI; mobile-friendly volunteer &amp; coordinator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30428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Chart.js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328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Live doughnut chart on dashboard — category breakdown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91693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Jinja2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14553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Server-side HTML templating, baked into Flask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57600"/>
            <a:ext cx="411480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216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Google /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Google Gemini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Phase 2: extract structured skills from free-text volunteer bio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8172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Google Cloud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103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Containerised serverless deployment; scales to zero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9437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Google Cloud 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2297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Production-grade PostgreSQL drop-in for SQLite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657600"/>
            <a:ext cx="411480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7216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F5E"/>
                </a:solidFill>
              </a:rPr>
              <a:t>DevOps /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06908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29768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Version control — github.com/hvsbombay/project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68172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GitHub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9103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CI/CD pipeline: lint → test → build → deploy to Cloud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529437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8A"/>
                </a:solidFill>
              </a:rPr>
              <a:t>Docker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52297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Containerise Flask app for portable Cloud Run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Estimated Implementation Cost (Optional)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8595360" cy="347472"/>
          </a:xfrm>
          <a:prstGeom prst="rect">
            <a:avLst/>
          </a:prstGeom>
          <a:solidFill>
            <a:srgbClr val="1A2F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82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3182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Tool /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3182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Monthly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3182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27632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657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Web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6657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Python / 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6657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657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Open-source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75104"/>
            <a:ext cx="85953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132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Database (Prototype)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0132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0132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132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Embedded, no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22576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3606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Database (Production)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23606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Google Cloud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3606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~$ 9 –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606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db-f1-micro tier; scales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70048"/>
            <a:ext cx="85953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7081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27081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Google Cloud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7081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$ 0 –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7081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Free tier covers prototype 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17520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0556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AI / LLM (Phase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0556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Google Gemini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0556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$ 0 –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0556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Generous free quota for prototyping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364992"/>
            <a:ext cx="85953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4030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Domain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34030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Google Domains / Namecheap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34030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~$ 1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4030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$12/year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12464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7505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CI/CD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37505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GitHub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37505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$ 0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505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Free for public repos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059936"/>
            <a:ext cx="85953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0980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Monitoring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40980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Google Cloud Logging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40980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$ 0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0980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Free tier sufficient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4455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Total (Prototype Phase)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44455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2040" y="44455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$ 0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4455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All free-tier resources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7929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Total (Production Phase)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47929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47929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~$ 12 – 51/mo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7929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F5E"/>
                </a:solidFill>
              </a:rPr>
              <a:t>Scales with user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Snapshots of the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69748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514600" cy="11887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 Dashboard Screen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KPI cards (12 volunteers, 12 opps, 10 confirmed, 151 h)
Doughnut chart by category
Recent-activity table with match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280160"/>
            <a:ext cx="269748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371600"/>
            <a:ext cx="2514600" cy="11887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 Volunteer Board Screen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606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Filterable cards: name, city, skills pills
Search by city or skill keyword
12 seeded volunteers across 7 Indian 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80160"/>
            <a:ext cx="269748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514600" cy="11887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 Opportunity Board Screen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060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Filterable cards: title, org, city, category, schedule
12 seeded opportunities from NGO partners
Filter by city or 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269748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2514600" cy="11887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 Smart Match Panel Screen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1206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Select volunteer → click 'Find Matches'
Ranked opportunity list with % bars
Colour-coded: green &gt;70%, amber 40–70%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3794760"/>
            <a:ext cx="269748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886200"/>
            <a:ext cx="2514600" cy="11887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4114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 Assignment Tracker Screen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1206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Table of all assignments with status badges
Log Hours inline form
Status dropdown: pending/confirmed/completed/cancelled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794760"/>
            <a:ext cx="269748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886200"/>
            <a:ext cx="2514600" cy="11887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114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 REST API Response Screen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GET /api/stats → JSON KPIs
POST /api/match → ranked pairings
POST /api/assign → create assignment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1722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A4335"/>
                </a:solidFill>
              </a:rPr>
              <a:t>Note: Replace [ Screen ] placeholders above with actual screenshots from http://localhost:5000 before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Additional Details / Future Development (if any)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859536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167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MVP (Current — Phase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Smart matching engine (skill 50% + schedule 35% + city 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Volunteer registration &amp; profile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3969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Opportunity board &amp; category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957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One-click assignment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Impact logging (hours per assignment)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077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Live dashboard (KPIs, chart, activity feed)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6382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✅ REST API (/api/match, /api/assign, /api/stats, /api/volunteers, /api/opportunities)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9584"/>
            <a:ext cx="8595360" cy="347472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 — Enhanced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7705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Google Gemini API: extract structured skills from free-text bio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3308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Volunteer self-service portal (accept / decline assignments via login)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Email + WhatsApp notifications on new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Map view of opportunities (Leaflet.js + Google Maps)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0118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Impact reports PDF export for NGO coordinators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66944"/>
            <a:ext cx="8595360" cy="347472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 — Scale &amp;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144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Multi-language support (Hindi, Marathi, Tamil, Bengali)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704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ML-based volunteer skill graph (collaborative filtering)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Mobile app (Flutter / React Native)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8251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API integration with major NGO platforms (GiveIndia, Volunteer India)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3854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⬜ Multi-organisation SaaS with custom branding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Provide Links to Your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8412480" cy="254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8595360" cy="1143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164592" cy="114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1.  GitHub Public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85F4"/>
                </a:solidFill>
              </a:rPr>
              <a:t>https://github.com/hvsbombay/project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8595360" cy="1143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164592" cy="114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2.  Demo Video Link (3 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449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A4335"/>
                </a:solidFill>
              </a:rPr>
              <a:t>[Upload a 3-minute walkthrough to YouTube/Google Drive and paste link here]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8595360" cy="1143000"/>
          </a:xfrm>
          <a:prstGeom prst="rect">
            <a:avLst/>
          </a:prstGeom>
          <a:solidFill>
            <a:srgbClr val="F5F5F5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164592" cy="114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3.  MVP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A853"/>
                </a:solidFill>
              </a:rPr>
              <a:t>[Deploy to Google Cloud Run / Render / Railway and paste live URL here]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74920"/>
            <a:ext cx="8595360" cy="1143000"/>
          </a:xfrm>
          <a:prstGeom prst="rect">
            <a:avLst/>
          </a:prstGeom>
          <a:solidFill>
            <a:srgbClr val="F5F5F5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074920"/>
            <a:ext cx="164592" cy="1143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66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F5E"/>
                </a:solidFill>
              </a:rPr>
              <a:t>4.  Working Prototype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138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27B0"/>
                </a:solidFill>
              </a:rPr>
              <a:t>Run locally: cd volunteer-coordination &amp;&amp; pip install -r requirements.txt &amp;&amp; python app.py
Open: http://localhost:5000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F5E"/>
                </a:solidFill>
              </a:rPr>
              <a:t>Build
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0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285F4"/>
                </a:solidFill>
              </a:rPr>
              <a:t>● </a:t>
            </a:r>
            <a:r>
              <a:rPr sz="900">
                <a:solidFill>
                  <a:srgbClr val="EA4335"/>
                </a:solidFill>
              </a:rPr>
              <a:t>● </a:t>
            </a:r>
            <a:r>
              <a:rPr sz="900">
                <a:solidFill>
                  <a:srgbClr val="FBBC05"/>
                </a:solidFill>
              </a:rPr>
              <a:t>● </a:t>
            </a:r>
            <a:r>
              <a:rPr sz="900">
                <a:solidFill>
                  <a:srgbClr val="34A853"/>
                </a:solidFill>
              </a:rPr>
              <a:t>● </a:t>
            </a:r>
            <a:r>
              <a:rPr sz="900" b="1">
                <a:solidFill>
                  <a:srgbClr val="444444"/>
                </a:solidFill>
              </a:rPr>
              <a:t>Solution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91440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(Additional slides / Q&amp;A / Appendix)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85F4"/>
                </a:solidFill>
              </a:rPr>
              <a:t>● </a:t>
            </a:r>
            <a:r>
              <a:rPr sz="1400">
                <a:solidFill>
                  <a:srgbClr val="EA4335"/>
                </a:solidFill>
              </a:rPr>
              <a:t>● </a:t>
            </a:r>
            <a:r>
              <a:rPr sz="1400">
                <a:solidFill>
                  <a:srgbClr val="FBBC05"/>
                </a:solidFill>
              </a:rPr>
              <a:t>● </a:t>
            </a:r>
            <a:r>
              <a:rPr sz="1400">
                <a:solidFill>
                  <a:srgbClr val="34A853"/>
                </a:solidFill>
              </a:rPr>
              <a:t>● </a:t>
            </a:r>
            <a:r>
              <a:rPr sz="1400" b="1">
                <a:solidFill>
                  <a:srgbClr val="FFFFFF"/>
                </a:solidFill>
              </a:rPr>
              <a:t> Solution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Team HVS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FFFF"/>
                </a:solidFill>
              </a:rPr>
              <a:t>VolunteerMatch — Smart Volunteer Coordination for Social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🔗  github.com/hvsbombay/project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Google Solution Challenge 2026   |   solutionchallenge-support@hack2skill.com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